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</p:sldIdLst>
  <p:sldSz cx="12191365" cy="6861175"/>
  <p:notesSz cx="6861175" cy="1219136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1250" y="2143755"/>
            <a:ext cx="926044" cy="69271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00003" y="1108336"/>
            <a:ext cx="1713546" cy="2800007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762509" y="904169"/>
            <a:ext cx="4520844" cy="2872923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35437" y="1611462"/>
            <a:ext cx="1188544" cy="193229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08357" y="1895838"/>
            <a:ext cx="794794" cy="121041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65651" y="2114588"/>
            <a:ext cx="809377" cy="86041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829173" y="5322929"/>
            <a:ext cx="6598974" cy="539585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08342" y="1443753"/>
            <a:ext cx="1122919" cy="2129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250012" y="1443753"/>
            <a:ext cx="1341670" cy="2129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83349" y="1443753"/>
            <a:ext cx="1232295" cy="21291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242721" y="4105218"/>
            <a:ext cx="2143755" cy="86771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9801" y="3777092"/>
            <a:ext cx="0" cy="13125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9801" y="4032301"/>
            <a:ext cx="0" cy="13125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9801" y="4287510"/>
            <a:ext cx="0" cy="13125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9801" y="4542719"/>
            <a:ext cx="0" cy="13125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9801" y="4797928"/>
            <a:ext cx="0" cy="13125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19801" y="5053137"/>
            <a:ext cx="0" cy="13125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39594" y="3777092"/>
            <a:ext cx="0" cy="13125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39594" y="4032301"/>
            <a:ext cx="0" cy="13125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39594" y="4287510"/>
            <a:ext cx="0" cy="13125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39594" y="4542719"/>
            <a:ext cx="0" cy="13125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39594" y="4797928"/>
            <a:ext cx="0" cy="13125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688569" y="2975007"/>
            <a:ext cx="0" cy="13125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688569" y="3230216"/>
            <a:ext cx="0" cy="13125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688569" y="3485425"/>
            <a:ext cx="0" cy="13125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688569" y="3740634"/>
            <a:ext cx="0" cy="13125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688569" y="3995843"/>
            <a:ext cx="0" cy="13125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688569" y="4251052"/>
            <a:ext cx="0" cy="13125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1688569" y="4506261"/>
            <a:ext cx="0" cy="13125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1688569" y="4761469"/>
            <a:ext cx="0" cy="13125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1688569" y="5016678"/>
            <a:ext cx="0" cy="13125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1688569" y="5271887"/>
            <a:ext cx="0" cy="13125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1688569" y="5527096"/>
            <a:ext cx="0" cy="72917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435439" y="5600013"/>
            <a:ext cx="131250" cy="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690648" y="5600013"/>
            <a:ext cx="131250" cy="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945857" y="5600013"/>
            <a:ext cx="131250" cy="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201066" y="5600013"/>
            <a:ext cx="131250" cy="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456274" y="5600013"/>
            <a:ext cx="131250" cy="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711483" y="5600013"/>
            <a:ext cx="131250" cy="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966692" y="5600013"/>
            <a:ext cx="131250" cy="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1221901" y="5600013"/>
            <a:ext cx="131250" cy="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1477110" y="5600013"/>
            <a:ext cx="131250" cy="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57294" y="2435422"/>
            <a:ext cx="342709" cy="131250"/>
          </a:xfrm>
          <a:prstGeom prst="rightArrow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106257" y="2479172"/>
            <a:ext cx="670835" cy="131250"/>
          </a:xfrm>
          <a:prstGeom prst="rightArrow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467723" y="2231255"/>
            <a:ext cx="401043" cy="131250"/>
          </a:xfrm>
          <a:prstGeom prst="rightArrow">
            <a:avLst/>
          </a:prstGeom>
          <a:solidFill>
            <a:srgbClr val="0A8F1A"/>
          </a:solidFill>
          <a:ln w="9525">
            <a:solidFill>
              <a:srgbClr val="0A8F1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467723" y="2697923"/>
            <a:ext cx="401043" cy="131250"/>
          </a:xfrm>
          <a:prstGeom prst="rightArrow">
            <a:avLst/>
          </a:prstGeom>
          <a:solidFill>
            <a:srgbClr val="0A8F1A"/>
          </a:solidFill>
          <a:ln w="9525">
            <a:solidFill>
              <a:srgbClr val="0A8F1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055532" y="3442003"/>
            <a:ext cx="145834" cy="663543"/>
          </a:xfrm>
          <a:prstGeom prst="downArrow">
            <a:avLst/>
          </a:prstGeom>
          <a:solidFill>
            <a:srgbClr val="C00000"/>
          </a:solidFill>
          <a:ln w="9525">
            <a:solidFill>
              <a:srgbClr val="C0000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122936" y="2479172"/>
            <a:ext cx="619793" cy="131250"/>
          </a:xfrm>
          <a:prstGeom prst="rightArrow">
            <a:avLst/>
          </a:prstGeom>
          <a:solidFill>
            <a:srgbClr val="0A8F1A"/>
          </a:solidFill>
          <a:ln w="9525">
            <a:solidFill>
              <a:srgbClr val="0A8F1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931273" y="2457297"/>
            <a:ext cx="284376" cy="131250"/>
          </a:xfrm>
          <a:prstGeom prst="rightArrow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995859" y="2457297"/>
            <a:ext cx="269792" cy="131250"/>
          </a:xfrm>
          <a:prstGeom prst="rightArrow">
            <a:avLst/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611462" y="1728129"/>
            <a:ext cx="473959" cy="554168"/>
          </a:xfrm>
          <a:prstGeom prst="round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377089" y="1728129"/>
            <a:ext cx="473959" cy="554168"/>
          </a:xfrm>
          <a:prstGeom prst="round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997921" y="2814590"/>
            <a:ext cx="473959" cy="554168"/>
          </a:xfrm>
          <a:prstGeom prst="round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939588" y="1728129"/>
            <a:ext cx="145834" cy="145834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939588" y="1728129"/>
            <a:ext cx="0" cy="145834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939588" y="1873963"/>
            <a:ext cx="145834" cy="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698962" y="1932296"/>
            <a:ext cx="291667" cy="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698962" y="2034380"/>
            <a:ext cx="291667" cy="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698962" y="2136463"/>
            <a:ext cx="291667" cy="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705215" y="1728129"/>
            <a:ext cx="145834" cy="145834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705215" y="1728129"/>
            <a:ext cx="0" cy="145834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705215" y="1873963"/>
            <a:ext cx="145834" cy="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464589" y="1932296"/>
            <a:ext cx="291667" cy="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464589" y="2034380"/>
            <a:ext cx="291667" cy="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464589" y="2136463"/>
            <a:ext cx="291667" cy="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326047" y="2814590"/>
            <a:ext cx="145834" cy="145834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326047" y="2814590"/>
            <a:ext cx="0" cy="145834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326047" y="2960424"/>
            <a:ext cx="145834" cy="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085422" y="3018757"/>
            <a:ext cx="291667" cy="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085422" y="3120841"/>
            <a:ext cx="291667" cy="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085422" y="3222924"/>
            <a:ext cx="291667" cy="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28126" y="2296880"/>
            <a:ext cx="583335" cy="39375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380" b="1" dirty="0">
                <a:solidFill>
                  <a:srgbClr val="11111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User</a:t>
            </a:r>
            <a:endParaRPr lang="en-US" sz="1380" dirty="0"/>
          </a:p>
          <a:p>
            <a:pPr marL="0" indent="0" algn="ctr">
              <a:buNone/>
            </a:pPr>
            <a:r>
              <a:rPr lang="en-US" sz="1380" b="1" dirty="0">
                <a:solidFill>
                  <a:srgbClr val="11111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Query</a:t>
            </a:r>
            <a:endParaRPr lang="en-US" sz="1380" dirty="0"/>
          </a:p>
        </p:txBody>
      </p:sp>
      <p:sp>
        <p:nvSpPr>
          <p:cNvPr id="76" name="Text 74"/>
          <p:cNvSpPr/>
          <p:nvPr/>
        </p:nvSpPr>
        <p:spPr>
          <a:xfrm>
            <a:off x="1496695" y="1210310"/>
            <a:ext cx="1558290" cy="3937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11111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Retrieval Memory /</a:t>
            </a:r>
            <a:endParaRPr lang="en-US" sz="1320" dirty="0"/>
          </a:p>
          <a:p>
            <a:pPr marL="0" indent="0" algn="ctr">
              <a:buNone/>
            </a:pPr>
            <a:r>
              <a:rPr lang="en-US" sz="1320" b="1" dirty="0">
                <a:solidFill>
                  <a:srgbClr val="11111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DPR Index</a:t>
            </a:r>
            <a:endParaRPr lang="en-US" sz="1320" dirty="0"/>
          </a:p>
        </p:txBody>
      </p:sp>
      <p:sp>
        <p:nvSpPr>
          <p:cNvPr id="77" name="Text 75"/>
          <p:cNvSpPr/>
          <p:nvPr/>
        </p:nvSpPr>
        <p:spPr>
          <a:xfrm>
            <a:off x="1604170" y="2347922"/>
            <a:ext cx="532293" cy="42291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1111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benign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11111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record</a:t>
            </a:r>
            <a:endParaRPr lang="en-US" sz="1150" dirty="0"/>
          </a:p>
        </p:txBody>
      </p:sp>
      <p:sp>
        <p:nvSpPr>
          <p:cNvPr id="78" name="Text 76"/>
          <p:cNvSpPr/>
          <p:nvPr/>
        </p:nvSpPr>
        <p:spPr>
          <a:xfrm>
            <a:off x="2369797" y="2347922"/>
            <a:ext cx="532293" cy="42291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1111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benign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11111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record</a:t>
            </a:r>
            <a:endParaRPr lang="en-US" sz="1150" dirty="0"/>
          </a:p>
        </p:txBody>
      </p:sp>
      <p:sp>
        <p:nvSpPr>
          <p:cNvPr id="79" name="Text 77"/>
          <p:cNvSpPr/>
          <p:nvPr/>
        </p:nvSpPr>
        <p:spPr>
          <a:xfrm>
            <a:off x="1805305" y="3470910"/>
            <a:ext cx="899795" cy="37909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5" b="1" dirty="0">
                <a:solidFill>
                  <a:srgbClr val="C000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poisoned</a:t>
            </a:r>
            <a:endParaRPr lang="en-US" sz="1205" dirty="0"/>
          </a:p>
          <a:p>
            <a:pPr marL="0" indent="0" algn="ctr">
              <a:buNone/>
            </a:pPr>
            <a:r>
              <a:rPr lang="en-US" sz="1205" b="1" dirty="0">
                <a:solidFill>
                  <a:srgbClr val="C000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record</a:t>
            </a:r>
            <a:endParaRPr lang="en-US" sz="1205" dirty="0"/>
          </a:p>
        </p:txBody>
      </p:sp>
      <p:sp>
        <p:nvSpPr>
          <p:cNvPr id="80" name="Text 78"/>
          <p:cNvSpPr/>
          <p:nvPr/>
        </p:nvSpPr>
        <p:spPr>
          <a:xfrm>
            <a:off x="3067685" y="1983105"/>
            <a:ext cx="636905" cy="53213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90" dirty="0">
                <a:solidFill>
                  <a:srgbClr val="11111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raw</a:t>
            </a:r>
            <a:endParaRPr lang="en-US" sz="1090" dirty="0"/>
          </a:p>
          <a:p>
            <a:pPr marL="0" indent="0" algn="ctr">
              <a:buNone/>
            </a:pPr>
            <a:r>
              <a:rPr lang="en-US" sz="1090" dirty="0">
                <a:solidFill>
                  <a:srgbClr val="11111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retrieved</a:t>
            </a:r>
            <a:endParaRPr lang="en-US" sz="1090" dirty="0"/>
          </a:p>
          <a:p>
            <a:pPr marL="0" indent="0" algn="ctr">
              <a:buNone/>
            </a:pPr>
            <a:r>
              <a:rPr lang="en-US" sz="1090" dirty="0">
                <a:solidFill>
                  <a:srgbClr val="11111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records</a:t>
            </a:r>
            <a:endParaRPr lang="en-US" sz="1090" dirty="0"/>
          </a:p>
        </p:txBody>
      </p:sp>
      <p:sp>
        <p:nvSpPr>
          <p:cNvPr id="81" name="Text 79"/>
          <p:cNvSpPr/>
          <p:nvPr/>
        </p:nvSpPr>
        <p:spPr>
          <a:xfrm>
            <a:off x="4586469" y="1079169"/>
            <a:ext cx="1276045" cy="24791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1111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FLOWFENCE</a:t>
            </a:r>
            <a:endParaRPr lang="en-US" sz="1550" dirty="0"/>
          </a:p>
        </p:txBody>
      </p:sp>
      <p:sp>
        <p:nvSpPr>
          <p:cNvPr id="82" name="Text 80"/>
          <p:cNvSpPr/>
          <p:nvPr/>
        </p:nvSpPr>
        <p:spPr>
          <a:xfrm>
            <a:off x="5937250" y="1090295"/>
            <a:ext cx="2346325" cy="20447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11111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Runtime Boundary</a:t>
            </a:r>
            <a:endParaRPr lang="en-US" sz="1600" dirty="0">
              <a:solidFill>
                <a:srgbClr val="111111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83" name="Text 81"/>
          <p:cNvSpPr/>
          <p:nvPr/>
        </p:nvSpPr>
        <p:spPr>
          <a:xfrm>
            <a:off x="8318148" y="2150830"/>
            <a:ext cx="357293" cy="36458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0A8F1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safe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0A8F1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view</a:t>
            </a:r>
            <a:endParaRPr lang="en-US" sz="1150" dirty="0"/>
          </a:p>
        </p:txBody>
      </p:sp>
      <p:sp>
        <p:nvSpPr>
          <p:cNvPr id="84" name="Text 82"/>
          <p:cNvSpPr/>
          <p:nvPr/>
        </p:nvSpPr>
        <p:spPr>
          <a:xfrm>
            <a:off x="8755380" y="1888490"/>
            <a:ext cx="1153795" cy="55435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265" b="1" dirty="0">
                <a:solidFill>
                  <a:srgbClr val="11111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Model-Visible</a:t>
            </a:r>
            <a:endParaRPr lang="en-US" sz="1265" dirty="0"/>
          </a:p>
          <a:p>
            <a:pPr marL="0" indent="0" algn="ctr">
              <a:buNone/>
            </a:pPr>
            <a:r>
              <a:rPr lang="en-US" sz="1265" b="1" dirty="0">
                <a:solidFill>
                  <a:srgbClr val="11111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ReAct</a:t>
            </a:r>
            <a:endParaRPr lang="en-US" sz="1265" dirty="0"/>
          </a:p>
          <a:p>
            <a:pPr marL="0" indent="0" algn="ctr">
              <a:buNone/>
            </a:pPr>
            <a:r>
              <a:rPr lang="en-US" sz="1265" b="1" dirty="0">
                <a:solidFill>
                  <a:srgbClr val="11111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Context</a:t>
            </a:r>
            <a:endParaRPr lang="en-US" sz="1265" dirty="0"/>
          </a:p>
        </p:txBody>
      </p:sp>
      <p:sp>
        <p:nvSpPr>
          <p:cNvPr id="85" name="Text 83"/>
          <p:cNvSpPr/>
          <p:nvPr/>
        </p:nvSpPr>
        <p:spPr>
          <a:xfrm>
            <a:off x="8881271" y="2778529"/>
            <a:ext cx="904169" cy="59791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1111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safe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11111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observations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11111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only</a:t>
            </a:r>
            <a:endParaRPr lang="en-US" sz="1150" dirty="0"/>
          </a:p>
        </p:txBody>
      </p:sp>
      <p:sp>
        <p:nvSpPr>
          <p:cNvPr id="86" name="Text 84"/>
          <p:cNvSpPr/>
          <p:nvPr/>
        </p:nvSpPr>
        <p:spPr>
          <a:xfrm>
            <a:off x="10285095" y="2275205"/>
            <a:ext cx="669925" cy="49593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610" b="1" dirty="0">
                <a:solidFill>
                  <a:srgbClr val="11111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LLM</a:t>
            </a:r>
            <a:endParaRPr lang="en-US" sz="1610" dirty="0"/>
          </a:p>
          <a:p>
            <a:pPr marL="0" indent="0" algn="ctr">
              <a:buNone/>
            </a:pPr>
            <a:r>
              <a:rPr lang="en-US" sz="1610" b="1" dirty="0">
                <a:solidFill>
                  <a:srgbClr val="11111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Agent</a:t>
            </a:r>
            <a:endParaRPr lang="en-US" sz="1610" dirty="0"/>
          </a:p>
        </p:txBody>
      </p:sp>
      <p:sp>
        <p:nvSpPr>
          <p:cNvPr id="87" name="Text 85"/>
          <p:cNvSpPr/>
          <p:nvPr/>
        </p:nvSpPr>
        <p:spPr>
          <a:xfrm>
            <a:off x="11353165" y="2304415"/>
            <a:ext cx="678815" cy="53213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1111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Actions /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11111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Final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11111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Answer</a:t>
            </a:r>
            <a:endParaRPr lang="en-US" sz="1150" dirty="0"/>
          </a:p>
        </p:txBody>
      </p:sp>
      <p:sp>
        <p:nvSpPr>
          <p:cNvPr id="88" name="Text 86"/>
          <p:cNvSpPr/>
          <p:nvPr/>
        </p:nvSpPr>
        <p:spPr>
          <a:xfrm>
            <a:off x="3150007" y="5497930"/>
            <a:ext cx="1079169" cy="22604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95" b="1" dirty="0">
                <a:solidFill>
                  <a:srgbClr val="11111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Audit Trace</a:t>
            </a:r>
            <a:endParaRPr lang="en-US" sz="1495" dirty="0"/>
          </a:p>
        </p:txBody>
      </p:sp>
      <p:sp>
        <p:nvSpPr>
          <p:cNvPr id="89" name="Text 87"/>
          <p:cNvSpPr/>
          <p:nvPr/>
        </p:nvSpPr>
        <p:spPr>
          <a:xfrm>
            <a:off x="4498969" y="5512513"/>
            <a:ext cx="4389594" cy="20416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65" dirty="0">
                <a:solidFill>
                  <a:srgbClr val="11111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retrieval id | decision | reasons | exposed? | action | outcome</a:t>
            </a:r>
            <a:endParaRPr lang="en-US" sz="1265" dirty="0"/>
          </a:p>
        </p:txBody>
      </p:sp>
      <p:sp>
        <p:nvSpPr>
          <p:cNvPr id="90" name="Text 88"/>
          <p:cNvSpPr/>
          <p:nvPr/>
        </p:nvSpPr>
        <p:spPr>
          <a:xfrm>
            <a:off x="4025265" y="1677035"/>
            <a:ext cx="853440" cy="22733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11111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Inspector</a:t>
            </a:r>
            <a:endParaRPr lang="en-US" sz="1320" dirty="0"/>
          </a:p>
        </p:txBody>
      </p:sp>
      <p:sp>
        <p:nvSpPr>
          <p:cNvPr id="91" name="Text 89"/>
          <p:cNvSpPr/>
          <p:nvPr/>
        </p:nvSpPr>
        <p:spPr>
          <a:xfrm>
            <a:off x="3985260" y="2420620"/>
            <a:ext cx="962025" cy="59817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1111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risk signals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1111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+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1111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reason codes</a:t>
            </a:r>
            <a:endParaRPr lang="en-US" sz="1200" dirty="0">
              <a:solidFill>
                <a:srgbClr val="111111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92" name="Text 90"/>
          <p:cNvSpPr/>
          <p:nvPr/>
        </p:nvSpPr>
        <p:spPr>
          <a:xfrm>
            <a:off x="5497930" y="1618754"/>
            <a:ext cx="853127" cy="40104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11111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Exposure</a:t>
            </a:r>
            <a:endParaRPr lang="en-US" sz="1320" dirty="0"/>
          </a:p>
          <a:p>
            <a:pPr marL="0" indent="0" algn="ctr">
              <a:buNone/>
            </a:pPr>
            <a:r>
              <a:rPr lang="en-US" sz="1320" b="1" dirty="0">
                <a:solidFill>
                  <a:srgbClr val="11111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Decision</a:t>
            </a:r>
            <a:endParaRPr lang="en-US" sz="1320" dirty="0"/>
          </a:p>
        </p:txBody>
      </p:sp>
      <p:sp>
        <p:nvSpPr>
          <p:cNvPr id="93" name="Text 91"/>
          <p:cNvSpPr/>
          <p:nvPr/>
        </p:nvSpPr>
        <p:spPr>
          <a:xfrm>
            <a:off x="7109392" y="1618754"/>
            <a:ext cx="787502" cy="40104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11111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Safe View</a:t>
            </a:r>
            <a:endParaRPr lang="en-US" sz="1320" dirty="0"/>
          </a:p>
          <a:p>
            <a:pPr marL="0" indent="0" algn="ctr">
              <a:buNone/>
            </a:pPr>
            <a:r>
              <a:rPr lang="en-US" sz="1320" b="1" dirty="0">
                <a:solidFill>
                  <a:srgbClr val="11111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Builder</a:t>
            </a:r>
            <a:endParaRPr lang="en-US" sz="1320" dirty="0"/>
          </a:p>
        </p:txBody>
      </p:sp>
      <p:sp>
        <p:nvSpPr>
          <p:cNvPr id="94" name="Text 92"/>
          <p:cNvSpPr/>
          <p:nvPr/>
        </p:nvSpPr>
        <p:spPr>
          <a:xfrm>
            <a:off x="6881495" y="2420620"/>
            <a:ext cx="1275080" cy="58356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1111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construct safe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1111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model-visible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1111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observation</a:t>
            </a:r>
            <a:endParaRPr lang="en-US" sz="1200" dirty="0">
              <a:solidFill>
                <a:srgbClr val="111111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95" name="Text 93"/>
          <p:cNvSpPr/>
          <p:nvPr/>
        </p:nvSpPr>
        <p:spPr>
          <a:xfrm>
            <a:off x="5600013" y="4236468"/>
            <a:ext cx="1414587" cy="24062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11111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Quarantine Store</a:t>
            </a:r>
            <a:endParaRPr lang="en-US" sz="1320" dirty="0"/>
          </a:p>
        </p:txBody>
      </p:sp>
      <p:sp>
        <p:nvSpPr>
          <p:cNvPr id="96" name="Text 94"/>
          <p:cNvSpPr/>
          <p:nvPr/>
        </p:nvSpPr>
        <p:spPr>
          <a:xfrm>
            <a:off x="5490638" y="4498969"/>
            <a:ext cx="1655212" cy="35000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C000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quarantined raw content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C000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(not model-visible)</a:t>
            </a:r>
            <a:endParaRPr lang="en-US" sz="1150" dirty="0"/>
          </a:p>
        </p:txBody>
      </p:sp>
      <p:sp>
        <p:nvSpPr>
          <p:cNvPr id="97" name="Shape 95"/>
          <p:cNvSpPr/>
          <p:nvPr/>
        </p:nvSpPr>
        <p:spPr>
          <a:xfrm>
            <a:off x="5388554" y="2136463"/>
            <a:ext cx="1071878" cy="34270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A8F1A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5388554" y="2595839"/>
            <a:ext cx="1071878" cy="34270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A8F1A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5388554" y="3091674"/>
            <a:ext cx="1071878" cy="34270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5432304" y="2209380"/>
            <a:ext cx="984377" cy="26979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65" b="1" dirty="0">
                <a:solidFill>
                  <a:srgbClr val="0A8F1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RELEASE</a:t>
            </a:r>
            <a:endParaRPr lang="en-US" sz="1265" dirty="0"/>
          </a:p>
        </p:txBody>
      </p:sp>
      <p:sp>
        <p:nvSpPr>
          <p:cNvPr id="101" name="Text 99"/>
          <p:cNvSpPr/>
          <p:nvPr/>
        </p:nvSpPr>
        <p:spPr>
          <a:xfrm>
            <a:off x="5432304" y="2668756"/>
            <a:ext cx="984377" cy="26979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65" b="1" dirty="0">
                <a:solidFill>
                  <a:srgbClr val="0A8F1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REWRITE</a:t>
            </a:r>
            <a:endParaRPr lang="en-US" sz="1265" dirty="0"/>
          </a:p>
        </p:txBody>
      </p:sp>
      <p:sp>
        <p:nvSpPr>
          <p:cNvPr id="102" name="Text 100"/>
          <p:cNvSpPr/>
          <p:nvPr/>
        </p:nvSpPr>
        <p:spPr>
          <a:xfrm>
            <a:off x="5396230" y="3171825"/>
            <a:ext cx="1071245" cy="26987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lstStyle/>
          <a:p>
            <a:pPr marL="0" indent="0" algn="ctr">
              <a:buNone/>
            </a:pPr>
            <a:r>
              <a:rPr lang="en-US" sz="1265" b="1" dirty="0">
                <a:solidFill>
                  <a:srgbClr val="C0000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QUARANTINE</a:t>
            </a:r>
            <a:endParaRPr lang="en-US" sz="1265" dirty="0"/>
          </a:p>
        </p:txBody>
      </p:sp>
      <p:cxnSp>
        <p:nvCxnSpPr>
          <p:cNvPr id="103" name="直接箭头连接符 102"/>
          <p:cNvCxnSpPr/>
          <p:nvPr/>
        </p:nvCxnSpPr>
        <p:spPr>
          <a:xfrm flipH="1">
            <a:off x="9435465" y="5600065"/>
            <a:ext cx="170180" cy="0"/>
          </a:xfrm>
          <a:prstGeom prst="straightConnector1">
            <a:avLst/>
          </a:prstGeom>
          <a:ln w="22225" cap="flat" cmpd="sng">
            <a:solidFill>
              <a:schemeClr val="tx1"/>
            </a:solidFill>
            <a:prstDash val="solid"/>
            <a:miter lim="800000"/>
            <a:headEnd type="none"/>
            <a:tailEnd type="triangle" w="lg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4" name="直接箭头连接符 103"/>
          <p:cNvCxnSpPr/>
          <p:nvPr/>
        </p:nvCxnSpPr>
        <p:spPr>
          <a:xfrm>
            <a:off x="4119880" y="5184140"/>
            <a:ext cx="0" cy="130810"/>
          </a:xfrm>
          <a:prstGeom prst="straightConnector1">
            <a:avLst/>
          </a:prstGeom>
          <a:ln w="22225" cap="flat" cmpd="sng">
            <a:solidFill>
              <a:schemeClr val="tx1"/>
            </a:solidFill>
            <a:prstDash val="solid"/>
            <a:miter lim="800000"/>
            <a:headEnd type="none"/>
            <a:tailEnd type="triangle" w="lg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5" name="直接箭头连接符 104"/>
          <p:cNvCxnSpPr/>
          <p:nvPr/>
        </p:nvCxnSpPr>
        <p:spPr>
          <a:xfrm>
            <a:off x="4739640" y="5060950"/>
            <a:ext cx="0" cy="262255"/>
          </a:xfrm>
          <a:prstGeom prst="straightConnector1">
            <a:avLst/>
          </a:prstGeom>
          <a:ln w="22225" cap="flat" cmpd="sng">
            <a:solidFill>
              <a:schemeClr val="tx1"/>
            </a:solidFill>
            <a:prstDash val="solid"/>
            <a:miter lim="800000"/>
            <a:headEnd type="none"/>
            <a:tailEnd type="triangle" w="lg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459</Words>
  <Application>WPS 演示</Application>
  <PresentationFormat>On-screen Show (16:9)</PresentationFormat>
  <Paragraphs>72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6" baseType="lpstr">
      <vt:lpstr>Arial</vt:lpstr>
      <vt:lpstr>宋体</vt:lpstr>
      <vt:lpstr>Wingdings</vt:lpstr>
      <vt:lpstr>Arial</vt:lpstr>
      <vt:lpstr>Arial</vt:lpstr>
      <vt:lpstr>微软雅黑</vt:lpstr>
      <vt:lpstr>汉仪旗黑</vt:lpstr>
      <vt:lpstr>宋体</vt:lpstr>
      <vt:lpstr>Arial Unicode MS</vt:lpstr>
      <vt:lpstr>等线</vt:lpstr>
      <vt:lpstr>汉仪中等线KW</vt:lpstr>
      <vt:lpstr>汉仪书宋二KW</vt:lpstr>
      <vt:lpstr>Calibri</vt:lpstr>
      <vt:lpstr>Helvetica Neue</vt:lpstr>
      <vt:lpstr>Office Theme</vt:lpstr>
      <vt:lpstr>PowerPoint 演示文稿</vt:lpstr>
    </vt:vector>
  </TitlesOfParts>
  <Company>OpenAI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FLOWFENCE Runtime Boundary Editable Diagram</dc:title>
  <dc:creator>Codex</dc:creator>
  <dc:subject>Generated by bggg-creator-image2ppt</dc:subject>
  <cp:lastModifiedBy>Crazy</cp:lastModifiedBy>
  <cp:revision>3</cp:revision>
  <dcterms:created xsi:type="dcterms:W3CDTF">2026-05-13T03:48:36Z</dcterms:created>
  <dcterms:modified xsi:type="dcterms:W3CDTF">2026-05-13T03:48:36Z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2052-12.1.25869.25869</vt:lpwstr>
  </property>
  <property fmtid="{D5CDD505-2E9C-101B-9397-08002B2CF9AE}" pid="3" name="ICV">
    <vt:lpwstr>9EF8F255686453A094F4036A225B55B9_43</vt:lpwstr>
  </property>
</Properties>
</file>